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Profile - Ethan Miller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Record</a:t>
            </a:r>
          </a:p>
          <a:p>
            <a:r>
              <a:t>Employee ID: EMP-10010</a:t>
            </a:r>
          </a:p>
          <a:p>
            <a:r>
              <a:t>Name: Ethan Miller</a:t>
            </a:r>
          </a:p>
          <a:p>
            <a:r>
              <a:t>Email: ethanmiller10@corp-example.com</a:t>
            </a:r>
          </a:p>
          <a:p>
            <a:r>
              <a:t>Phone: +1-206-555-1010</a:t>
            </a:r>
          </a:p>
          <a:p>
            <a:r>
              <a:t>Department: Finance</a:t>
            </a:r>
          </a:p>
          <a:p>
            <a:r>
              <a:t>Manager: Michael Adams</a:t>
            </a:r>
          </a:p>
          <a:p>
            <a:r>
              <a:t>Salary: $82500</a:t>
            </a:r>
          </a:p>
          <a:p>
            <a:r>
              <a:t>Review Rating: 4/5</a:t>
            </a:r>
          </a:p>
          <a:p>
            <a:r>
              <a:t>Leave Balance: 12 days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